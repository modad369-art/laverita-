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37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9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58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58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401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285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98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30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986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90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066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968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515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2558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720663" y="885266"/>
            <a:ext cx="1160342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/>
              <a:t>라베리따</a:t>
            </a:r>
            <a:endParaRPr lang="ko-KR" altLang="en-US" dirty="0"/>
          </a:p>
          <a:p>
            <a:r>
              <a:rPr lang="ko-KR" altLang="en-US" dirty="0"/>
              <a:t>LA VERITÀ</a:t>
            </a:r>
          </a:p>
          <a:p>
            <a:endParaRPr lang="ko-KR" altLang="en-US" dirty="0"/>
          </a:p>
          <a:p>
            <a:r>
              <a:rPr lang="ko-KR" altLang="en-US" dirty="0" smtClean="0"/>
              <a:t>NEW IN BEST  COLLECTION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sz="1200" dirty="0" smtClean="0"/>
              <a:t>BRAND STORY</a:t>
            </a:r>
            <a:r>
              <a:rPr lang="ko-KR" altLang="en-US" sz="1200" dirty="0"/>
              <a:t> </a:t>
            </a:r>
            <a:r>
              <a:rPr lang="ko-KR" altLang="en-US" sz="1200" dirty="0" smtClean="0"/>
              <a:t>“</a:t>
            </a:r>
            <a:r>
              <a:rPr lang="ko-KR" altLang="en-US" sz="1200" dirty="0"/>
              <a:t>패션에 진심</a:t>
            </a:r>
            <a:r>
              <a:rPr lang="en-US" altLang="ko-KR" sz="1200" dirty="0"/>
              <a:t>, </a:t>
            </a:r>
            <a:r>
              <a:rPr lang="ko-KR" altLang="en-US" sz="1200" dirty="0"/>
              <a:t>자연의 미를 </a:t>
            </a:r>
            <a:r>
              <a:rPr lang="ko-KR" altLang="en-US" sz="1200" dirty="0" smtClean="0"/>
              <a:t>디자인하다</a:t>
            </a:r>
            <a:r>
              <a:rPr lang="en-US" altLang="ko-KR" sz="1200" dirty="0" smtClean="0"/>
              <a:t>.”</a:t>
            </a:r>
          </a:p>
          <a:p>
            <a:endParaRPr lang="ko-KR" altLang="en-US" sz="1200" dirty="0"/>
          </a:p>
          <a:p>
            <a:r>
              <a:rPr lang="ko-KR" altLang="en-US" sz="1200" dirty="0" err="1"/>
              <a:t>라베리따는</a:t>
            </a:r>
            <a:r>
              <a:rPr lang="ko-KR" altLang="en-US" sz="1200" dirty="0"/>
              <a:t> </a:t>
            </a:r>
            <a:r>
              <a:rPr lang="ko-KR" altLang="en-US" sz="1200" dirty="0" smtClean="0"/>
              <a:t>패션에 </a:t>
            </a:r>
            <a:r>
              <a:rPr lang="ko-KR" altLang="en-US" sz="1200" dirty="0"/>
              <a:t>진심을 담습니다</a:t>
            </a:r>
            <a:r>
              <a:rPr lang="en-US" altLang="ko-KR" sz="1200" dirty="0" smtClean="0"/>
              <a:t>.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자연의 선과 결</a:t>
            </a:r>
            <a:r>
              <a:rPr lang="en-US" altLang="ko-KR" sz="1200" dirty="0"/>
              <a:t>, </a:t>
            </a:r>
            <a:r>
              <a:rPr lang="ko-KR" altLang="en-US" sz="1200" dirty="0"/>
              <a:t>생명력에서 영감을 받아</a:t>
            </a:r>
          </a:p>
          <a:p>
            <a:r>
              <a:rPr lang="ko-KR" altLang="en-US" sz="1200" dirty="0"/>
              <a:t>창의적이고 </a:t>
            </a:r>
            <a:r>
              <a:rPr lang="ko-KR" altLang="en-US" sz="1200" dirty="0" err="1"/>
              <a:t>유니크한</a:t>
            </a:r>
            <a:r>
              <a:rPr lang="ko-KR" altLang="en-US" sz="1200" dirty="0"/>
              <a:t> 디자인으로 새로운 아름다움을 표현합니다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전통적인 장인정신에 현대적인 감각과 혁신을 더해</a:t>
            </a:r>
          </a:p>
          <a:p>
            <a:r>
              <a:rPr lang="ko-KR" altLang="en-US" sz="1200" dirty="0"/>
              <a:t>유행을 넘어 오래도록 가치 있는 옷을 만듭니다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 smtClean="0"/>
              <a:t>Creative </a:t>
            </a:r>
            <a:r>
              <a:rPr lang="en-US" altLang="ko-KR" sz="1200" dirty="0"/>
              <a:t>· Unique · </a:t>
            </a:r>
            <a:r>
              <a:rPr lang="en-US" altLang="ko-KR" sz="1200" dirty="0" smtClean="0"/>
              <a:t>Innovative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이것이 </a:t>
            </a:r>
            <a:r>
              <a:rPr lang="ko-KR" altLang="en-US" sz="1200" dirty="0" err="1"/>
              <a:t>라베리따만의</a:t>
            </a:r>
            <a:r>
              <a:rPr lang="ko-KR" altLang="en-US" sz="1200" dirty="0"/>
              <a:t> 경쟁력이자</a:t>
            </a:r>
          </a:p>
          <a:p>
            <a:r>
              <a:rPr lang="ko-KR" altLang="en-US" sz="1200" dirty="0"/>
              <a:t>미래의 </a:t>
            </a:r>
            <a:r>
              <a:rPr lang="en-US" altLang="ko-KR" sz="1200" dirty="0"/>
              <a:t>K-</a:t>
            </a:r>
            <a:r>
              <a:rPr lang="ko-KR" altLang="en-US" sz="1200" dirty="0"/>
              <a:t>패션을 향한 약속입니다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 smtClean="0"/>
              <a:t>LAVERITA </a:t>
            </a:r>
            <a:r>
              <a:rPr lang="en-US" altLang="ko-KR" sz="1200" dirty="0"/>
              <a:t>– Nature, Pure and </a:t>
            </a:r>
            <a:r>
              <a:rPr lang="en-US" altLang="ko-KR" sz="1200" dirty="0" smtClean="0"/>
              <a:t>True</a:t>
            </a:r>
            <a:endParaRPr lang="en-US" altLang="ko-KR" sz="1200" dirty="0"/>
          </a:p>
          <a:p>
            <a:r>
              <a:rPr lang="en-US" altLang="ko-KR" sz="1200" dirty="0" smtClean="0"/>
              <a:t>K-Fashion</a:t>
            </a:r>
            <a:r>
              <a:rPr lang="en-US" altLang="ko-KR" sz="1200" dirty="0"/>
              <a:t>: Past in Spirit, Future in </a:t>
            </a:r>
            <a:r>
              <a:rPr lang="en-US" altLang="ko-KR" sz="1200" dirty="0" smtClean="0"/>
              <a:t>Style</a:t>
            </a:r>
            <a:endParaRPr lang="en-US" altLang="ko-KR" sz="1200" dirty="0"/>
          </a:p>
          <a:p>
            <a:endParaRPr lang="en-US" altLang="ko-KR" sz="1200" dirty="0"/>
          </a:p>
          <a:p>
            <a:endParaRPr lang="ko-KR" altLang="en-US" sz="1200" dirty="0"/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7075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48000" y="1305342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LOOK BOOK STORE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자연의 </a:t>
            </a:r>
            <a:r>
              <a:rPr lang="ko-KR" altLang="en-US" dirty="0"/>
              <a:t>색과 선을 담은 </a:t>
            </a:r>
            <a:r>
              <a:rPr lang="ko-KR" altLang="en-US" dirty="0" err="1"/>
              <a:t>라베리따</a:t>
            </a:r>
            <a:r>
              <a:rPr lang="ko-KR" altLang="en-US" dirty="0"/>
              <a:t> 지속가능 </a:t>
            </a:r>
            <a:r>
              <a:rPr lang="ko-KR" altLang="en-US" dirty="0" smtClean="0"/>
              <a:t>컬렉션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일러스트</a:t>
            </a:r>
            <a:endParaRPr lang="ko-KR" altLang="en-US" dirty="0"/>
          </a:p>
          <a:p>
            <a:r>
              <a:rPr lang="ko-KR" altLang="en-US" dirty="0"/>
              <a:t>NATURE, PURE AND TRUE</a:t>
            </a:r>
          </a:p>
          <a:p>
            <a:endParaRPr lang="ko-KR" altLang="en-US" dirty="0"/>
          </a:p>
          <a:p>
            <a:r>
              <a:rPr lang="ko-KR" altLang="en-US" dirty="0"/>
              <a:t>WEAR YOUR STORY</a:t>
            </a:r>
          </a:p>
          <a:p>
            <a:r>
              <a:rPr lang="ko-KR" altLang="en-US" dirty="0"/>
              <a:t>Past in Spirit, Future in Style</a:t>
            </a:r>
          </a:p>
          <a:p>
            <a:endParaRPr lang="ko-KR" altLang="en-US" dirty="0"/>
          </a:p>
          <a:p>
            <a:r>
              <a:rPr lang="ko-KR" altLang="en-US" dirty="0"/>
              <a:t>자연의 선과 한국적 감성을 담아</a:t>
            </a:r>
          </a:p>
          <a:p>
            <a:r>
              <a:rPr lang="ko-KR" altLang="en-US" dirty="0"/>
              <a:t>나만의 이야기를 입습니다</a:t>
            </a:r>
          </a:p>
          <a:p>
            <a:endParaRPr lang="ko-KR" altLang="en-US" dirty="0"/>
          </a:p>
          <a:p>
            <a:r>
              <a:rPr lang="ko-KR" altLang="en-US" dirty="0"/>
              <a:t>브랜드 이야기</a:t>
            </a:r>
          </a:p>
          <a:p>
            <a:r>
              <a:rPr lang="ko-KR" altLang="en-US" dirty="0"/>
              <a:t>→</a:t>
            </a:r>
          </a:p>
          <a:p>
            <a:endParaRPr lang="ko-KR" altLang="en-US" dirty="0"/>
          </a:p>
          <a:p>
            <a:r>
              <a:rPr lang="ko-KR" altLang="en-US" dirty="0"/>
              <a:t>PREMIUM FABRIC</a:t>
            </a:r>
          </a:p>
          <a:p>
            <a:r>
              <a:rPr lang="ko-KR" altLang="en-US" dirty="0"/>
              <a:t>엄선한 프리미엄 원단</a:t>
            </a:r>
          </a:p>
        </p:txBody>
      </p:sp>
    </p:spTree>
    <p:extLst>
      <p:ext uri="{BB962C8B-B14F-4D97-AF65-F5344CB8AC3E}">
        <p14:creationId xmlns:p14="http://schemas.microsoft.com/office/powerpoint/2010/main" val="766555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TIMELESS DESIGN</a:t>
            </a:r>
          </a:p>
          <a:p>
            <a:r>
              <a:rPr lang="ko-KR" altLang="en-US" dirty="0"/>
              <a:t>유행을 넘어 오래 입는 디자인</a:t>
            </a:r>
          </a:p>
          <a:p>
            <a:endParaRPr lang="ko-KR" altLang="en-US" dirty="0"/>
          </a:p>
          <a:p>
            <a:r>
              <a:rPr lang="ko-KR" altLang="en-US" dirty="0"/>
              <a:t>NATURAL SILHOUETTE</a:t>
            </a:r>
          </a:p>
          <a:p>
            <a:r>
              <a:rPr lang="ko-KR" altLang="en-US" dirty="0"/>
              <a:t>몸을 존중하는 자연스러운 </a:t>
            </a:r>
            <a:r>
              <a:rPr lang="ko-KR" altLang="en-US" dirty="0" err="1"/>
              <a:t>핏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RESPONSIBLE MAKING</a:t>
            </a:r>
          </a:p>
          <a:p>
            <a:r>
              <a:rPr lang="ko-KR" altLang="en-US" dirty="0"/>
              <a:t>가치를 생각하는 책임 있는 제작</a:t>
            </a:r>
          </a:p>
          <a:p>
            <a:endParaRPr lang="ko-KR" altLang="en-US" dirty="0"/>
          </a:p>
          <a:p>
            <a:r>
              <a:rPr lang="ko-KR" altLang="en-US" dirty="0"/>
              <a:t>CURATED FOR YOU</a:t>
            </a:r>
          </a:p>
        </p:txBody>
      </p:sp>
    </p:spTree>
    <p:extLst>
      <p:ext uri="{BB962C8B-B14F-4D97-AF65-F5344CB8AC3E}">
        <p14:creationId xmlns:p14="http://schemas.microsoft.com/office/powerpoint/2010/main" val="1183703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856593" y="128606"/>
            <a:ext cx="6096000" cy="64633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NEW IN</a:t>
            </a:r>
          </a:p>
          <a:p>
            <a:r>
              <a:rPr lang="ko-KR" altLang="en-US" dirty="0"/>
              <a:t>ALL</a:t>
            </a:r>
          </a:p>
          <a:p>
            <a:r>
              <a:rPr lang="ko-KR" altLang="en-US" dirty="0"/>
              <a:t>TOP</a:t>
            </a:r>
          </a:p>
          <a:p>
            <a:r>
              <a:rPr lang="ko-KR" altLang="en-US" dirty="0"/>
              <a:t>DRESS</a:t>
            </a:r>
          </a:p>
          <a:p>
            <a:r>
              <a:rPr lang="ko-KR" altLang="en-US" dirty="0"/>
              <a:t>BOTTOM</a:t>
            </a:r>
          </a:p>
          <a:p>
            <a:r>
              <a:rPr lang="ko-KR" altLang="en-US" dirty="0"/>
              <a:t>소프트 </a:t>
            </a:r>
            <a:r>
              <a:rPr lang="ko-KR" altLang="en-US" dirty="0" err="1"/>
              <a:t>브이넥</a:t>
            </a:r>
            <a:r>
              <a:rPr lang="ko-KR" altLang="en-US" dirty="0"/>
              <a:t> 니트 일러스트NEWQUICK VIEW</a:t>
            </a:r>
          </a:p>
          <a:p>
            <a:r>
              <a:rPr lang="ko-KR" altLang="en-US" dirty="0"/>
              <a:t>소프트 </a:t>
            </a:r>
            <a:r>
              <a:rPr lang="ko-KR" altLang="en-US" dirty="0" err="1"/>
              <a:t>브이넥</a:t>
            </a:r>
            <a:r>
              <a:rPr lang="ko-KR" altLang="en-US" dirty="0"/>
              <a:t> 니트</a:t>
            </a:r>
          </a:p>
          <a:p>
            <a:r>
              <a:rPr lang="ko-KR" altLang="en-US" dirty="0"/>
              <a:t>Soft V-neck Knit</a:t>
            </a:r>
          </a:p>
          <a:p>
            <a:endParaRPr lang="ko-KR" altLang="en-US" dirty="0"/>
          </a:p>
          <a:p>
            <a:r>
              <a:rPr lang="ko-KR" altLang="en-US" dirty="0"/>
              <a:t>♡</a:t>
            </a:r>
          </a:p>
          <a:p>
            <a:r>
              <a:rPr lang="ko-KR" altLang="en-US" dirty="0"/>
              <a:t>69,000원</a:t>
            </a:r>
          </a:p>
          <a:p>
            <a:r>
              <a:rPr lang="ko-KR" altLang="en-US" dirty="0"/>
              <a:t>ADD +</a:t>
            </a:r>
          </a:p>
          <a:p>
            <a:r>
              <a:rPr lang="ko-KR" altLang="en-US" dirty="0" err="1"/>
              <a:t>린넨</a:t>
            </a:r>
            <a:r>
              <a:rPr lang="ko-KR" altLang="en-US" dirty="0"/>
              <a:t> 하프 셔츠 일러스트BESTQUICK VIEW</a:t>
            </a:r>
          </a:p>
          <a:p>
            <a:r>
              <a:rPr lang="ko-KR" altLang="en-US" dirty="0" err="1"/>
              <a:t>린넨</a:t>
            </a:r>
            <a:r>
              <a:rPr lang="ko-KR" altLang="en-US" dirty="0"/>
              <a:t> 하프 셔츠</a:t>
            </a:r>
          </a:p>
          <a:p>
            <a:r>
              <a:rPr lang="ko-KR" altLang="en-US" dirty="0"/>
              <a:t>Linen Half Shirt</a:t>
            </a:r>
          </a:p>
          <a:p>
            <a:endParaRPr lang="ko-KR" altLang="en-US" dirty="0"/>
          </a:p>
          <a:p>
            <a:r>
              <a:rPr lang="ko-KR" altLang="en-US" dirty="0"/>
              <a:t>♡</a:t>
            </a:r>
          </a:p>
          <a:p>
            <a:r>
              <a:rPr lang="ko-KR" altLang="en-US" dirty="0"/>
              <a:t>79,000원</a:t>
            </a:r>
          </a:p>
          <a:p>
            <a:r>
              <a:rPr lang="ko-KR" altLang="en-US" dirty="0"/>
              <a:t>ADD </a:t>
            </a:r>
            <a:r>
              <a:rPr lang="ko-KR" altLang="en-US" dirty="0" smtClean="0"/>
              <a:t>+</a:t>
            </a:r>
            <a:endParaRPr lang="en-US" altLang="ko-KR" dirty="0" smtClean="0"/>
          </a:p>
          <a:p>
            <a:r>
              <a:rPr lang="ko-KR" altLang="en-US" dirty="0" err="1"/>
              <a:t>내추럴</a:t>
            </a:r>
            <a:r>
              <a:rPr lang="ko-KR" altLang="en-US" dirty="0"/>
              <a:t> 라인 드레스 일러스트</a:t>
            </a:r>
            <a:r>
              <a:rPr lang="en-US" altLang="ko-KR" dirty="0"/>
              <a:t>NEWQUICK VIEW</a:t>
            </a:r>
          </a:p>
          <a:p>
            <a:r>
              <a:rPr lang="ko-KR" altLang="en-US" dirty="0" err="1"/>
              <a:t>내추럴</a:t>
            </a:r>
            <a:r>
              <a:rPr lang="ko-KR" altLang="en-US" dirty="0"/>
              <a:t> 라인 드레스</a:t>
            </a:r>
          </a:p>
          <a:p>
            <a:r>
              <a:rPr lang="en-US" altLang="ko-KR" dirty="0"/>
              <a:t>Natural Line Dress</a:t>
            </a:r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925" y="2443655"/>
            <a:ext cx="2133190" cy="255485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l="8981" t="4549" r="9153" b="6949"/>
          <a:stretch/>
        </p:blipFill>
        <p:spPr>
          <a:xfrm>
            <a:off x="8048296" y="2443655"/>
            <a:ext cx="2349063" cy="260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806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48000" y="1859340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♡</a:t>
            </a:r>
          </a:p>
          <a:p>
            <a:r>
              <a:rPr lang="ko-KR" altLang="en-US" dirty="0"/>
              <a:t>128,000원</a:t>
            </a:r>
          </a:p>
          <a:p>
            <a:r>
              <a:rPr lang="ko-KR" altLang="en-US" dirty="0"/>
              <a:t>ADD +</a:t>
            </a:r>
          </a:p>
          <a:p>
            <a:r>
              <a:rPr lang="ko-KR" altLang="en-US" dirty="0" err="1"/>
              <a:t>와이드</a:t>
            </a:r>
            <a:r>
              <a:rPr lang="ko-KR" altLang="en-US" dirty="0"/>
              <a:t> </a:t>
            </a:r>
            <a:r>
              <a:rPr lang="ko-KR" altLang="en-US" dirty="0" err="1"/>
              <a:t>테일러드</a:t>
            </a:r>
            <a:r>
              <a:rPr lang="ko-KR" altLang="en-US" dirty="0"/>
              <a:t> 팬츠 일러스트SIGNATUREQUICK VIEW</a:t>
            </a:r>
          </a:p>
          <a:p>
            <a:r>
              <a:rPr lang="ko-KR" altLang="en-US" dirty="0" err="1"/>
              <a:t>와이드</a:t>
            </a:r>
            <a:r>
              <a:rPr lang="ko-KR" altLang="en-US" dirty="0"/>
              <a:t> </a:t>
            </a:r>
            <a:r>
              <a:rPr lang="ko-KR" altLang="en-US" dirty="0" err="1"/>
              <a:t>테일러드</a:t>
            </a:r>
            <a:r>
              <a:rPr lang="ko-KR" altLang="en-US" dirty="0"/>
              <a:t> 팬츠</a:t>
            </a:r>
          </a:p>
          <a:p>
            <a:r>
              <a:rPr lang="ko-KR" altLang="en-US" dirty="0"/>
              <a:t>Wide Tailored Pants</a:t>
            </a:r>
          </a:p>
          <a:p>
            <a:endParaRPr lang="ko-KR" altLang="en-US" dirty="0"/>
          </a:p>
          <a:p>
            <a:r>
              <a:rPr lang="ko-KR" altLang="en-US" dirty="0"/>
              <a:t>♡</a:t>
            </a:r>
          </a:p>
          <a:p>
            <a:r>
              <a:rPr lang="ko-KR" altLang="en-US" dirty="0"/>
              <a:t>119,000원</a:t>
            </a:r>
          </a:p>
          <a:p>
            <a:r>
              <a:rPr lang="ko-KR" altLang="en-US" dirty="0"/>
              <a:t>ADD +</a:t>
            </a:r>
          </a:p>
          <a:p>
            <a:r>
              <a:rPr lang="ko-KR" altLang="en-US" dirty="0"/>
              <a:t>전체 상품 보기</a:t>
            </a:r>
          </a:p>
        </p:txBody>
      </p:sp>
    </p:spTree>
    <p:extLst>
      <p:ext uri="{BB962C8B-B14F-4D97-AF65-F5344CB8AC3E}">
        <p14:creationId xmlns:p14="http://schemas.microsoft.com/office/powerpoint/2010/main" val="3011539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47999" y="2136339"/>
            <a:ext cx="664779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자연의 선과 잎을 표현한 </a:t>
            </a:r>
            <a:r>
              <a:rPr lang="ko-KR" altLang="en-US" dirty="0" err="1"/>
              <a:t>라베리따</a:t>
            </a:r>
            <a:r>
              <a:rPr lang="ko-KR" altLang="en-US" dirty="0"/>
              <a:t> 브랜드 </a:t>
            </a:r>
            <a:r>
              <a:rPr lang="ko-KR" altLang="en-US" dirty="0" smtClean="0"/>
              <a:t>스토리 일러스트</a:t>
            </a:r>
            <a:endParaRPr lang="ko-KR" altLang="en-US" dirty="0"/>
          </a:p>
          <a:p>
            <a:r>
              <a:rPr lang="ko-KR" altLang="en-US" dirty="0"/>
              <a:t>THE TRUTH OF LAVERITA</a:t>
            </a:r>
          </a:p>
          <a:p>
            <a:endParaRPr lang="ko-KR" altLang="en-US" dirty="0"/>
          </a:p>
          <a:p>
            <a:r>
              <a:rPr lang="ko-KR" altLang="en-US" dirty="0"/>
              <a:t>자연의 선에서 시작해</a:t>
            </a:r>
          </a:p>
          <a:p>
            <a:r>
              <a:rPr lang="ko-KR" altLang="en-US" dirty="0"/>
              <a:t>한 사람의 이야기로 완성됩니다</a:t>
            </a:r>
            <a:r>
              <a:rPr lang="ko-KR" altLang="en-US" dirty="0" smtClean="0"/>
              <a:t>.</a:t>
            </a:r>
            <a:endParaRPr lang="en-US" altLang="ko-KR" dirty="0" smtClean="0"/>
          </a:p>
          <a:p>
            <a:endParaRPr lang="ko-KR" altLang="en-US" dirty="0"/>
          </a:p>
          <a:p>
            <a:r>
              <a:rPr lang="ko-KR" altLang="en-US" dirty="0" err="1"/>
              <a:t>라베리따는</a:t>
            </a:r>
            <a:r>
              <a:rPr lang="ko-KR" altLang="en-US" dirty="0"/>
              <a:t> 이탈리아어로 </a:t>
            </a:r>
            <a:r>
              <a:rPr lang="ko-KR" altLang="en-US" dirty="0" smtClean="0"/>
              <a:t>‘진심</a:t>
            </a:r>
            <a:r>
              <a:rPr lang="en-US" altLang="ko-KR" dirty="0" smtClean="0"/>
              <a:t>,</a:t>
            </a:r>
            <a:r>
              <a:rPr lang="ko-KR" altLang="en-US" dirty="0" smtClean="0"/>
              <a:t>진실</a:t>
            </a:r>
            <a:r>
              <a:rPr lang="ko-KR" altLang="en-US" dirty="0"/>
              <a:t>’을 뜻합니다</a:t>
            </a:r>
            <a:r>
              <a:rPr lang="ko-KR" altLang="en-US" dirty="0" smtClean="0"/>
              <a:t>.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계단식 </a:t>
            </a:r>
            <a:r>
              <a:rPr lang="ko-KR" altLang="en-US" dirty="0"/>
              <a:t>논, 파도, 나뭇결과 지층처럼 </a:t>
            </a:r>
            <a:endParaRPr lang="en-US" altLang="ko-KR" dirty="0" smtClean="0"/>
          </a:p>
          <a:p>
            <a:r>
              <a:rPr lang="ko-KR" altLang="en-US" dirty="0" smtClean="0"/>
              <a:t>자연이 </a:t>
            </a:r>
            <a:r>
              <a:rPr lang="ko-KR" altLang="en-US" dirty="0"/>
              <a:t>만든 선을 연구하고, 장인의 손길과 </a:t>
            </a:r>
            <a:endParaRPr lang="en-US" altLang="ko-KR" dirty="0" smtClean="0"/>
          </a:p>
          <a:p>
            <a:r>
              <a:rPr lang="ko-KR" altLang="en-US" dirty="0" smtClean="0"/>
              <a:t>현대적인 </a:t>
            </a:r>
            <a:r>
              <a:rPr lang="ko-KR" altLang="en-US" dirty="0"/>
              <a:t>감각으로 다시 디자인합니다.</a:t>
            </a:r>
          </a:p>
        </p:txBody>
      </p:sp>
    </p:spTree>
    <p:extLst>
      <p:ext uri="{BB962C8B-B14F-4D97-AF65-F5344CB8AC3E}">
        <p14:creationId xmlns:p14="http://schemas.microsoft.com/office/powerpoint/2010/main" val="3951618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“유행을 입지 말고, 나 자신을 입는다.”</a:t>
            </a:r>
          </a:p>
          <a:p>
            <a:r>
              <a:rPr lang="ko-KR" altLang="en-US" dirty="0"/>
              <a:t>Bum Young Soon · Fashion Designer</a:t>
            </a:r>
          </a:p>
          <a:p>
            <a:endParaRPr lang="ko-KR" altLang="en-US" dirty="0"/>
          </a:p>
          <a:p>
            <a:r>
              <a:rPr lang="ko-KR" altLang="en-US" dirty="0" err="1"/>
              <a:t>라베리따</a:t>
            </a:r>
            <a:r>
              <a:rPr lang="ko-KR" altLang="en-US" dirty="0"/>
              <a:t> 알아보기</a:t>
            </a:r>
          </a:p>
          <a:p>
            <a:r>
              <a:rPr lang="ko-KR" altLang="en-US" dirty="0"/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460627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48000" y="1443841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LAVERITA RUNWAY</a:t>
            </a:r>
          </a:p>
          <a:p>
            <a:endParaRPr lang="ko-KR" altLang="en-US" dirty="0"/>
          </a:p>
          <a:p>
            <a:r>
              <a:rPr lang="ko-KR" altLang="en-US" dirty="0"/>
              <a:t>K-Fashion:</a:t>
            </a:r>
          </a:p>
          <a:p>
            <a:r>
              <a:rPr lang="ko-KR" altLang="en-US" dirty="0"/>
              <a:t>Past in Spirit,</a:t>
            </a:r>
          </a:p>
          <a:p>
            <a:r>
              <a:rPr lang="ko-KR" altLang="en-US" dirty="0"/>
              <a:t>Future in Style</a:t>
            </a:r>
          </a:p>
          <a:p>
            <a:r>
              <a:rPr lang="ko-KR" altLang="en-US" dirty="0"/>
              <a:t>한국의 정신과 자연의 미학을 오늘의 실루엣으로 표현합니다.</a:t>
            </a:r>
          </a:p>
          <a:p>
            <a:endParaRPr lang="ko-KR" altLang="en-US" dirty="0"/>
          </a:p>
          <a:p>
            <a:r>
              <a:rPr lang="ko-KR" altLang="en-US" dirty="0"/>
              <a:t>2026 LOOKBOOK</a:t>
            </a:r>
          </a:p>
          <a:p>
            <a:r>
              <a:rPr lang="ko-KR" altLang="en-US" dirty="0"/>
              <a:t>→</a:t>
            </a:r>
          </a:p>
          <a:p>
            <a:r>
              <a:rPr lang="ko-KR" altLang="en-US" dirty="0"/>
              <a:t>EDITORIAL MOMENTS</a:t>
            </a:r>
          </a:p>
          <a:p>
            <a:endParaRPr lang="ko-KR" altLang="en-US" dirty="0"/>
          </a:p>
          <a:p>
            <a:r>
              <a:rPr lang="ko-KR" altLang="en-US" dirty="0"/>
              <a:t>LAVERITA LOOKBOOK</a:t>
            </a:r>
          </a:p>
          <a:p>
            <a:r>
              <a:rPr lang="ko-KR" altLang="en-US" dirty="0"/>
              <a:t>Instagram @laverita.style</a:t>
            </a:r>
          </a:p>
        </p:txBody>
      </p:sp>
    </p:spTree>
    <p:extLst>
      <p:ext uri="{BB962C8B-B14F-4D97-AF65-F5344CB8AC3E}">
        <p14:creationId xmlns:p14="http://schemas.microsoft.com/office/powerpoint/2010/main" val="2102365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아이보리 </a:t>
            </a:r>
            <a:r>
              <a:rPr lang="ko-KR" altLang="en-US" dirty="0" err="1"/>
              <a:t>룩을</a:t>
            </a:r>
            <a:r>
              <a:rPr lang="ko-KR" altLang="en-US" dirty="0"/>
              <a:t> 표현한 </a:t>
            </a:r>
            <a:r>
              <a:rPr lang="ko-KR" altLang="en-US" dirty="0" err="1"/>
              <a:t>라베리따</a:t>
            </a:r>
            <a:r>
              <a:rPr lang="ko-KR" altLang="en-US" dirty="0"/>
              <a:t> 패션 일러스트</a:t>
            </a:r>
          </a:p>
          <a:p>
            <a:r>
              <a:rPr lang="ko-KR" altLang="en-US" dirty="0"/>
              <a:t>01</a:t>
            </a:r>
          </a:p>
          <a:p>
            <a:r>
              <a:rPr lang="ko-KR" altLang="en-US" dirty="0"/>
              <a:t>Quiet Elegance</a:t>
            </a:r>
          </a:p>
          <a:p>
            <a:r>
              <a:rPr lang="ko-KR" altLang="en-US" dirty="0"/>
              <a:t>부드러운 선, 단단한 존재감</a:t>
            </a:r>
          </a:p>
          <a:p>
            <a:r>
              <a:rPr lang="ko-KR" altLang="en-US" dirty="0"/>
              <a:t>블랙 앤 골드 </a:t>
            </a:r>
            <a:r>
              <a:rPr lang="ko-KR" altLang="en-US" dirty="0" err="1"/>
              <a:t>룩을</a:t>
            </a:r>
            <a:r>
              <a:rPr lang="ko-KR" altLang="en-US" dirty="0"/>
              <a:t> 표현한 </a:t>
            </a:r>
            <a:r>
              <a:rPr lang="ko-KR" altLang="en-US" dirty="0" err="1"/>
              <a:t>라베리따</a:t>
            </a:r>
            <a:r>
              <a:rPr lang="ko-KR" altLang="en-US" dirty="0"/>
              <a:t> 패션 일러스트</a:t>
            </a:r>
          </a:p>
          <a:p>
            <a:r>
              <a:rPr lang="ko-KR" altLang="en-US" dirty="0"/>
              <a:t>02</a:t>
            </a:r>
          </a:p>
          <a:p>
            <a:r>
              <a:rPr lang="ko-KR" altLang="en-US" dirty="0"/>
              <a:t>Black Signature</a:t>
            </a:r>
          </a:p>
          <a:p>
            <a:r>
              <a:rPr lang="ko-KR" altLang="en-US" dirty="0" err="1"/>
              <a:t>라베리따의</a:t>
            </a:r>
            <a:r>
              <a:rPr lang="ko-KR" altLang="en-US" dirty="0"/>
              <a:t> 힘 있는 클래식</a:t>
            </a:r>
          </a:p>
          <a:p>
            <a:r>
              <a:rPr lang="ko-KR" altLang="en-US" dirty="0"/>
              <a:t>자연 속 </a:t>
            </a:r>
            <a:r>
              <a:rPr lang="ko-KR" altLang="en-US" dirty="0" err="1"/>
              <a:t>뉴트럴</a:t>
            </a:r>
            <a:r>
              <a:rPr lang="ko-KR" altLang="en-US" dirty="0"/>
              <a:t> </a:t>
            </a:r>
            <a:r>
              <a:rPr lang="ko-KR" altLang="en-US" dirty="0" err="1"/>
              <a:t>룩을</a:t>
            </a:r>
            <a:r>
              <a:rPr lang="ko-KR" altLang="en-US" dirty="0"/>
              <a:t> 표현한 </a:t>
            </a:r>
            <a:r>
              <a:rPr lang="ko-KR" altLang="en-US" dirty="0" err="1"/>
              <a:t>라베리따</a:t>
            </a:r>
            <a:r>
              <a:rPr lang="ko-KR" altLang="en-US" dirty="0"/>
              <a:t> 패션 일러스트</a:t>
            </a:r>
          </a:p>
        </p:txBody>
      </p:sp>
    </p:spTree>
    <p:extLst>
      <p:ext uri="{BB962C8B-B14F-4D97-AF65-F5344CB8AC3E}">
        <p14:creationId xmlns:p14="http://schemas.microsoft.com/office/powerpoint/2010/main" val="3711777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787869" y="1430280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03</a:t>
            </a:r>
          </a:p>
          <a:p>
            <a:r>
              <a:rPr lang="ko-KR" altLang="en-US" dirty="0"/>
              <a:t>Nature in Motion</a:t>
            </a:r>
          </a:p>
          <a:p>
            <a:r>
              <a:rPr lang="ko-KR" altLang="en-US" dirty="0"/>
              <a:t>자연과 함께 움직이는 옷</a:t>
            </a:r>
          </a:p>
          <a:p>
            <a:r>
              <a:rPr lang="ko-KR" altLang="en-US" dirty="0"/>
              <a:t>LAVERITA LETTER</a:t>
            </a:r>
          </a:p>
          <a:p>
            <a:endParaRPr lang="ko-KR" altLang="en-US" dirty="0"/>
          </a:p>
          <a:p>
            <a:r>
              <a:rPr lang="ko-KR" altLang="en-US" dirty="0"/>
              <a:t>새로운 컬렉션과 브랜드 이야기를 가장 먼저 만나보세요.</a:t>
            </a:r>
          </a:p>
          <a:p>
            <a:r>
              <a:rPr lang="ko-KR" altLang="en-US" dirty="0" err="1"/>
              <a:t>이메일</a:t>
            </a:r>
            <a:r>
              <a:rPr lang="ko-KR" altLang="en-US" dirty="0"/>
              <a:t> </a:t>
            </a:r>
            <a:r>
              <a:rPr lang="ko-KR" altLang="en-US" dirty="0" smtClean="0"/>
              <a:t>주소</a:t>
            </a:r>
            <a:r>
              <a:rPr lang="en-US" altLang="ko-KR" dirty="0" smtClean="0"/>
              <a:t>: modad9@naver.com</a:t>
            </a:r>
            <a:endParaRPr lang="ko-KR" altLang="en-US" dirty="0"/>
          </a:p>
          <a:p>
            <a:endParaRPr lang="ko-KR" altLang="en-US" dirty="0"/>
          </a:p>
          <a:p>
            <a:endParaRPr lang="en-US" altLang="ko-KR" dirty="0" smtClean="0"/>
          </a:p>
          <a:p>
            <a:r>
              <a:rPr lang="ko-KR" altLang="en-US" dirty="0" smtClean="0"/>
              <a:t>LAVERITA ATELIER</a:t>
            </a:r>
            <a:endParaRPr lang="en-US" altLang="ko-KR" dirty="0"/>
          </a:p>
          <a:p>
            <a:r>
              <a:rPr lang="ko-KR" altLang="en-US" dirty="0" smtClean="0"/>
              <a:t>옷과 </a:t>
            </a:r>
            <a:r>
              <a:rPr lang="ko-KR" altLang="en-US" dirty="0"/>
              <a:t>사람이 만나는 곳</a:t>
            </a:r>
          </a:p>
          <a:p>
            <a:r>
              <a:rPr lang="ko-KR" altLang="en-US" dirty="0"/>
              <a:t>맞춤 상담부터 컬렉션 </a:t>
            </a:r>
            <a:r>
              <a:rPr lang="ko-KR" altLang="en-US" dirty="0" err="1"/>
              <a:t>피팅까지</a:t>
            </a:r>
            <a:r>
              <a:rPr lang="en-US" altLang="ko-KR" dirty="0"/>
              <a:t>, </a:t>
            </a:r>
            <a:r>
              <a:rPr lang="ko-KR" altLang="en-US" dirty="0" err="1"/>
              <a:t>라베리따</a:t>
            </a:r>
            <a:r>
              <a:rPr lang="ko-KR" altLang="en-US" dirty="0"/>
              <a:t> 아틀리에에서 디자이너의 섬세한 제안을 경험하세요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6229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39663" y="1600200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smtClean="0"/>
              <a:t>ADDRESS 광주광역시 </a:t>
            </a:r>
            <a:r>
              <a:rPr lang="ko-KR" altLang="en-US" dirty="0"/>
              <a:t>동구 충장로4가 36-3</a:t>
            </a:r>
          </a:p>
          <a:p>
            <a:r>
              <a:rPr lang="ko-KR" altLang="en-US" dirty="0" smtClean="0"/>
              <a:t>TEL 062-222-8735</a:t>
            </a:r>
            <a:endParaRPr lang="ko-KR" altLang="en-US" dirty="0"/>
          </a:p>
          <a:p>
            <a:r>
              <a:rPr lang="ko-KR" altLang="en-US" dirty="0" smtClean="0"/>
              <a:t>INSTAGRAM @laverita.style</a:t>
            </a:r>
            <a:endParaRPr lang="ko-KR" altLang="en-US" dirty="0"/>
          </a:p>
          <a:p>
            <a:r>
              <a:rPr lang="ko-KR" altLang="en-US" dirty="0" smtClean="0"/>
              <a:t>OPEN 월</a:t>
            </a:r>
            <a:r>
              <a:rPr lang="ko-KR" altLang="en-US" dirty="0"/>
              <a:t>–토 </a:t>
            </a:r>
            <a:r>
              <a:rPr lang="ko-KR" altLang="en-US" dirty="0" smtClean="0"/>
              <a:t>10:30–1</a:t>
            </a:r>
            <a:r>
              <a:rPr lang="en-US" altLang="ko-KR" dirty="0" smtClean="0"/>
              <a:t>8</a:t>
            </a:r>
            <a:r>
              <a:rPr lang="ko-KR" altLang="en-US" dirty="0" smtClean="0"/>
              <a:t>:00 </a:t>
            </a:r>
            <a:r>
              <a:rPr lang="ko-KR" altLang="en-US" dirty="0"/>
              <a:t>· 일요일 </a:t>
            </a:r>
            <a:r>
              <a:rPr lang="ko-KR" altLang="en-US" dirty="0" err="1"/>
              <a:t>예약제</a:t>
            </a:r>
            <a:endParaRPr lang="ko-KR" altLang="en-US" dirty="0"/>
          </a:p>
          <a:p>
            <a:r>
              <a:rPr lang="ko-KR" altLang="en-US" dirty="0"/>
              <a:t>방문 상담 문의</a:t>
            </a:r>
          </a:p>
          <a:p>
            <a:r>
              <a:rPr lang="ko-KR" altLang="en-US" dirty="0"/>
              <a:t>→</a:t>
            </a:r>
          </a:p>
          <a:p>
            <a:r>
              <a:rPr lang="ko-KR" altLang="en-US" dirty="0" err="1"/>
              <a:t>라베리따</a:t>
            </a:r>
            <a:r>
              <a:rPr lang="ko-KR" altLang="en-US" dirty="0"/>
              <a:t> LV 로고</a:t>
            </a:r>
          </a:p>
          <a:p>
            <a:r>
              <a:rPr lang="ko-KR" altLang="en-US" dirty="0"/>
              <a:t>LA VERITÀ</a:t>
            </a:r>
          </a:p>
          <a:p>
            <a:endParaRPr lang="ko-KR" altLang="en-US" dirty="0"/>
          </a:p>
          <a:p>
            <a:r>
              <a:rPr lang="ko-KR" altLang="en-US" dirty="0"/>
              <a:t>GWANGJU ATELIER</a:t>
            </a:r>
          </a:p>
          <a:p>
            <a:r>
              <a:rPr lang="ko-KR" altLang="en-US" dirty="0"/>
              <a:t>36-3, Chungjang-ro 4-ga, Dong-gu</a:t>
            </a:r>
          </a:p>
          <a:p>
            <a:r>
              <a:rPr lang="ko-KR" altLang="en-US" dirty="0" smtClean="0"/>
              <a:t>LAVERITA </a:t>
            </a:r>
            <a:r>
              <a:rPr lang="ko-KR" altLang="en-US" dirty="0" err="1" smtClean="0"/>
              <a:t>라베리따</a:t>
            </a:r>
            <a:endParaRPr lang="ko-KR" altLang="en-US" dirty="0"/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262374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48000" y="889844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SHOP</a:t>
            </a:r>
          </a:p>
          <a:p>
            <a:r>
              <a:rPr lang="ko-KR" altLang="en-US" dirty="0"/>
              <a:t>New In</a:t>
            </a:r>
          </a:p>
          <a:p>
            <a:r>
              <a:rPr lang="ko-KR" altLang="en-US" dirty="0"/>
              <a:t>Best</a:t>
            </a:r>
          </a:p>
          <a:p>
            <a:r>
              <a:rPr lang="ko-KR" altLang="en-US" dirty="0"/>
              <a:t>Collection</a:t>
            </a:r>
          </a:p>
          <a:p>
            <a:r>
              <a:rPr lang="ko-KR" altLang="en-US" dirty="0"/>
              <a:t>Lookbook</a:t>
            </a:r>
          </a:p>
          <a:p>
            <a:r>
              <a:rPr lang="ko-KR" altLang="en-US" dirty="0"/>
              <a:t>INFORMATION</a:t>
            </a:r>
          </a:p>
          <a:p>
            <a:r>
              <a:rPr lang="ko-KR" altLang="en-US" dirty="0"/>
              <a:t>Brand Story</a:t>
            </a:r>
          </a:p>
          <a:p>
            <a:r>
              <a:rPr lang="ko-KR" altLang="en-US" dirty="0"/>
              <a:t>Store</a:t>
            </a:r>
          </a:p>
          <a:p>
            <a:r>
              <a:rPr lang="ko-KR" altLang="en-US" dirty="0"/>
              <a:t>Contact</a:t>
            </a:r>
          </a:p>
          <a:p>
            <a:r>
              <a:rPr lang="ko-KR" altLang="en-US" dirty="0"/>
              <a:t>Notice</a:t>
            </a:r>
          </a:p>
          <a:p>
            <a:r>
              <a:rPr lang="ko-KR" altLang="en-US" dirty="0"/>
              <a:t>CUSTOMER CENTER</a:t>
            </a:r>
          </a:p>
          <a:p>
            <a:r>
              <a:rPr lang="ko-KR" altLang="en-US" dirty="0"/>
              <a:t>062.222.8735</a:t>
            </a:r>
          </a:p>
          <a:p>
            <a:r>
              <a:rPr lang="ko-KR" altLang="en-US" dirty="0"/>
              <a:t>MON–SAT 10:30–19:00</a:t>
            </a:r>
          </a:p>
          <a:p>
            <a:r>
              <a:rPr lang="ko-KR" altLang="en-US" dirty="0"/>
              <a:t>SUNDAY BY APPOINTMENT</a:t>
            </a:r>
          </a:p>
          <a:p>
            <a:endParaRPr lang="ko-KR" altLang="en-US" dirty="0"/>
          </a:p>
          <a:p>
            <a:r>
              <a:rPr lang="ko-KR" altLang="en-US" dirty="0"/>
              <a:t>© 2026 LAVERITA. ALL RIGHTS RESERVED.</a:t>
            </a:r>
          </a:p>
          <a:p>
            <a:endParaRPr lang="ko-KR" altLang="en-US" dirty="0"/>
          </a:p>
          <a:p>
            <a:r>
              <a:rPr lang="ko-KR" altLang="en-US" dirty="0"/>
              <a:t>K-Fashion: Past in Spirit, Future in Style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4819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7077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</TotalTime>
  <Words>473</Words>
  <Application>Microsoft Office PowerPoint</Application>
  <PresentationFormat>와이드스크린</PresentationFormat>
  <Paragraphs>164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Arial</vt:lpstr>
      <vt:lpstr>Calibri</vt:lpstr>
      <vt:lpstr>Calibri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MAx</dc:creator>
  <cp:lastModifiedBy>MAx</cp:lastModifiedBy>
  <cp:revision>11</cp:revision>
  <dcterms:created xsi:type="dcterms:W3CDTF">2026-07-29T14:25:11Z</dcterms:created>
  <dcterms:modified xsi:type="dcterms:W3CDTF">2026-07-29T16:06:22Z</dcterms:modified>
</cp:coreProperties>
</file>